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6C6B2-968C-44D3-8AA7-D6ABC5C9F62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B791EC78-68AD-47B8-830F-F61650AE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071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6C6B2-968C-44D3-8AA7-D6ABC5C9F62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EC78-68AD-47B8-830F-F61650AE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481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6D6C6B2-968C-44D3-8AA7-D6ABC5C9F62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791EC78-68AD-47B8-830F-F61650AE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668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6C6B2-968C-44D3-8AA7-D6ABC5C9F62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EC78-68AD-47B8-830F-F61650AE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79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6C6B2-968C-44D3-8AA7-D6ABC5C9F62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EC78-68AD-47B8-830F-F61650AE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13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6C6B2-968C-44D3-8AA7-D6ABC5C9F62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EC78-68AD-47B8-830F-F61650AE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1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6C6B2-968C-44D3-8AA7-D6ABC5C9F62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EC78-68AD-47B8-830F-F61650AE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09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6C6B2-968C-44D3-8AA7-D6ABC5C9F62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EC78-68AD-47B8-830F-F61650AE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00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6C6B2-968C-44D3-8AA7-D6ABC5C9F620}" type="datetimeFigureOut">
              <a:rPr lang="en-IN" smtClean="0"/>
              <a:t>05-05-2026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EC78-68AD-47B8-830F-F61650AE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8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6C6B2-968C-44D3-8AA7-D6ABC5C9F62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EC78-68AD-47B8-830F-F61650AE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43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6C6B2-968C-44D3-8AA7-D6ABC5C9F62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EC78-68AD-47B8-830F-F61650AE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155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6D6C6B2-968C-44D3-8AA7-D6ABC5C9F62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B791EC78-68AD-47B8-830F-F61650AED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890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D634-ED77-595B-8835-27E284EA22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E0DFC6-D2F1-7524-93E7-C18B9C12E9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A Python Project by Shivam Purty, Priyanshu Sen and Rupesh Anand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76227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DBD5E-7B5A-1766-DEC1-8B9478E55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3DD4EB-44B2-4BBB-A3B5-D158E1C58C04}"/>
              </a:ext>
            </a:extLst>
          </p:cNvPr>
          <p:cNvSpPr txBox="1">
            <a:spLocks/>
          </p:cNvSpPr>
          <p:nvPr/>
        </p:nvSpPr>
        <p:spPr>
          <a:xfrm>
            <a:off x="1066800" y="2624328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People Forget things </a:t>
            </a:r>
            <a:r>
              <a:rPr lang="en-US" sz="1800" dirty="0"/>
              <a:t>– this is faced by many people, even if people remember, they may procrastinate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489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8FFDC-E63E-8E4F-F9FC-5B2CD7A2E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C6CA-DDF6-7DC2-F738-18814E619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Solution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3F88D7-EDA6-35C5-462C-88657537AEC4}"/>
              </a:ext>
            </a:extLst>
          </p:cNvPr>
          <p:cNvSpPr txBox="1">
            <a:spLocks/>
          </p:cNvSpPr>
          <p:nvPr/>
        </p:nvSpPr>
        <p:spPr>
          <a:xfrm>
            <a:off x="1066800" y="2624328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Taskify</a:t>
            </a:r>
            <a:r>
              <a:rPr lang="en-US" sz="1800" dirty="0"/>
              <a:t>– </a:t>
            </a:r>
            <a:r>
              <a:rPr lang="en-US" sz="1800" dirty="0" err="1"/>
              <a:t>Taskify</a:t>
            </a:r>
            <a:r>
              <a:rPr lang="en-US" sz="1800" dirty="0"/>
              <a:t> is a Python-based program that helps users manage and complete their tasks on time. It works like a simple note system where users can create, edit, and track their daily tasks efficiently.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7966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69620-0CD7-BB02-C249-1D169909E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&amp; Features: 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918D1-B488-6CBE-C176-F97762261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Creation of new tasks</a:t>
            </a:r>
          </a:p>
          <a:p>
            <a:r>
              <a:rPr lang="en-US" dirty="0"/>
              <a:t>Viewing of all tasks</a:t>
            </a:r>
          </a:p>
          <a:p>
            <a:r>
              <a:rPr lang="en-US" dirty="0"/>
              <a:t>Deletion of tasks</a:t>
            </a:r>
          </a:p>
          <a:p>
            <a:r>
              <a:rPr lang="en-US" dirty="0"/>
              <a:t>Editing of tasks</a:t>
            </a:r>
          </a:p>
          <a:p>
            <a:r>
              <a:rPr lang="en-US" dirty="0"/>
              <a:t>Marking tasks as done or undone</a:t>
            </a:r>
          </a:p>
          <a:p>
            <a:r>
              <a:rPr lang="en-US" dirty="0"/>
              <a:t>Saving data as JSON file</a:t>
            </a:r>
          </a:p>
          <a:p>
            <a:r>
              <a:rPr lang="en-US" dirty="0"/>
              <a:t>Reading data from JSON file</a:t>
            </a:r>
          </a:p>
          <a:p>
            <a:pPr marL="0" indent="0">
              <a:buNone/>
            </a:pPr>
            <a:r>
              <a:rPr lang="en-US" dirty="0"/>
              <a:t>	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86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6CF9F-92C4-B03D-E9FD-AF2D51E7F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FA9E9-A4E0-1B81-6EB5-95264214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/>
          <a:lstStyle/>
          <a:p>
            <a:pPr algn="ctr"/>
            <a:r>
              <a:rPr lang="en-US" dirty="0"/>
              <a:t>Let’s Have a look at the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866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E75AC-F0E1-012F-B6BF-668DE0FD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EE4E5-D516-9353-5B28-C84CA6137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Improvements in future: 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03242-9700-30B4-C666-CA2F0DB56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Connecting to Database</a:t>
            </a:r>
          </a:p>
          <a:p>
            <a:r>
              <a:rPr lang="en-US" dirty="0"/>
              <a:t>UI from </a:t>
            </a:r>
            <a:r>
              <a:rPr lang="en-US" dirty="0" err="1"/>
              <a:t>tkinter</a:t>
            </a:r>
            <a:r>
              <a:rPr lang="en-US" dirty="0"/>
              <a:t> or flask</a:t>
            </a:r>
          </a:p>
          <a:p>
            <a:r>
              <a:rPr lang="en-US" dirty="0"/>
              <a:t>Authentication</a:t>
            </a:r>
          </a:p>
          <a:p>
            <a:r>
              <a:rPr lang="en-US" dirty="0"/>
              <a:t>Search by name</a:t>
            </a:r>
          </a:p>
          <a:p>
            <a:r>
              <a:rPr lang="en-US" dirty="0"/>
              <a:t>Notifications</a:t>
            </a:r>
          </a:p>
          <a:p>
            <a:r>
              <a:rPr lang="en-US" dirty="0"/>
              <a:t>Conversion to Web Application</a:t>
            </a:r>
          </a:p>
          <a:p>
            <a:pPr marL="0" indent="0">
              <a:buNone/>
            </a:pPr>
            <a:r>
              <a:rPr lang="en-US" dirty="0"/>
              <a:t>	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9133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ED0B-1286-3900-EBDB-725C0070E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41031-F924-B928-C737-6DD8AEC4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60945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130</TotalTime>
  <Words>146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Rockwell</vt:lpstr>
      <vt:lpstr>Rockwell Condensed</vt:lpstr>
      <vt:lpstr>Wingdings</vt:lpstr>
      <vt:lpstr>Wood Type</vt:lpstr>
      <vt:lpstr>Python Project</vt:lpstr>
      <vt:lpstr>Problem Statement</vt:lpstr>
      <vt:lpstr>Solution</vt:lpstr>
      <vt:lpstr>Functions &amp; Features: -</vt:lpstr>
      <vt:lpstr>Let’s Have a look at the code</vt:lpstr>
      <vt:lpstr>Possible Improvements in future: -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Rupesh Anand</dc:creator>
  <cp:lastModifiedBy>Rupesh Anand</cp:lastModifiedBy>
  <cp:revision>2</cp:revision>
  <dcterms:created xsi:type="dcterms:W3CDTF">2026-05-04T16:52:26Z</dcterms:created>
  <dcterms:modified xsi:type="dcterms:W3CDTF">2026-05-05T07:49:19Z</dcterms:modified>
</cp:coreProperties>
</file>